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280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222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982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66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45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22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6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65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271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89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99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E365F-12F2-4815-BDA1-732A12A19D7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B9EBC-5AF4-42A6-84AD-0591A64AA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37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support@amazone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72643"/>
          </a:xfrm>
        </p:spPr>
        <p:txBody>
          <a:bodyPr>
            <a:normAutofit/>
          </a:bodyPr>
          <a:lstStyle/>
          <a:p>
            <a:r>
              <a:rPr lang="en-US" b="1" u="sng" dirty="0"/>
              <a:t>Phishing Awareness </a:t>
            </a:r>
            <a:r>
              <a:rPr lang="en-US" b="1" u="sng" dirty="0" smtClean="0"/>
              <a:t>Training</a:t>
            </a:r>
            <a:endParaRPr lang="en-IN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08513"/>
            <a:ext cx="9144000" cy="3474721"/>
          </a:xfrm>
        </p:spPr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Protect yourself from </a:t>
            </a:r>
            <a:r>
              <a:rPr lang="en-US" dirty="0"/>
              <a:t>C</a:t>
            </a:r>
            <a:r>
              <a:rPr lang="en-US" dirty="0" smtClean="0"/>
              <a:t>yber Attacks</a:t>
            </a:r>
            <a:r>
              <a:rPr lang="en-US" dirty="0"/>
              <a:t> </a:t>
            </a:r>
            <a:endParaRPr lang="en-IN" dirty="0" smtClean="0"/>
          </a:p>
          <a:p>
            <a:r>
              <a:rPr lang="en-US" dirty="0" smtClean="0"/>
              <a:t>Name: </a:t>
            </a:r>
            <a:r>
              <a:rPr lang="en-US" dirty="0" err="1"/>
              <a:t>K</a:t>
            </a:r>
            <a:r>
              <a:rPr lang="en-US" dirty="0" err="1" smtClean="0"/>
              <a:t>omal</a:t>
            </a:r>
            <a:r>
              <a:rPr lang="en-US" dirty="0" smtClean="0"/>
              <a:t> </a:t>
            </a:r>
            <a:r>
              <a:rPr lang="en-US" dirty="0" err="1" smtClean="0"/>
              <a:t>Mukesh</a:t>
            </a:r>
            <a:r>
              <a:rPr lang="en-US" dirty="0" smtClean="0"/>
              <a:t> </a:t>
            </a:r>
            <a:r>
              <a:rPr lang="en-US" dirty="0" err="1" smtClean="0"/>
              <a:t>Gunde</a:t>
            </a:r>
            <a:endParaRPr lang="en-US" dirty="0" smtClean="0"/>
          </a:p>
          <a:p>
            <a:r>
              <a:rPr lang="en-US" dirty="0" smtClean="0"/>
              <a:t>Internship: Cyber security</a:t>
            </a:r>
          </a:p>
          <a:p>
            <a:r>
              <a:rPr lang="en-US" dirty="0" smtClean="0"/>
              <a:t>Date: February 2026 to March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288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phishing?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Phishing is a cyber attack where attackers pretend to be trustworthy entities</a:t>
            </a:r>
          </a:p>
          <a:p>
            <a:pPr lvl="0"/>
            <a:r>
              <a:rPr lang="en-US" dirty="0" smtClean="0"/>
              <a:t>Goal: </a:t>
            </a:r>
            <a:r>
              <a:rPr lang="en-US" dirty="0"/>
              <a:t>steal sensitive information like: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Passwords</a:t>
            </a: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Bank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OTPs</a:t>
            </a:r>
          </a:p>
          <a:p>
            <a:pPr lvl="0"/>
            <a:r>
              <a:rPr lang="en-US" dirty="0"/>
              <a:t>Usually done via</a:t>
            </a:r>
            <a:r>
              <a:rPr lang="en-US" dirty="0" smtClean="0"/>
              <a:t>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 smtClean="0"/>
              <a:t>Email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 smtClean="0"/>
              <a:t>SMS (</a:t>
            </a:r>
            <a:r>
              <a:rPr lang="en-US" dirty="0" err="1" smtClean="0"/>
              <a:t>Smishing</a:t>
            </a:r>
            <a:r>
              <a:rPr lang="en-US" dirty="0" smtClean="0"/>
              <a:t>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 smtClean="0"/>
              <a:t>Calls (Vishing)</a:t>
            </a:r>
          </a:p>
        </p:txBody>
      </p:sp>
    </p:spTree>
    <p:extLst>
      <p:ext uri="{BB962C8B-B14F-4D97-AF65-F5344CB8AC3E}">
        <p14:creationId xmlns:p14="http://schemas.microsoft.com/office/powerpoint/2010/main" val="275175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Phishing Attacks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Email Phishing – Fake Emails (most common) </a:t>
            </a:r>
            <a:endParaRPr lang="en-US" dirty="0" smtClean="0"/>
          </a:p>
          <a:p>
            <a:pPr lvl="0"/>
            <a:r>
              <a:rPr lang="en-US" dirty="0"/>
              <a:t>Spear Phishing – Targeted attack on specific person</a:t>
            </a:r>
            <a:endParaRPr lang="en-IN" dirty="0"/>
          </a:p>
          <a:p>
            <a:pPr lvl="0"/>
            <a:r>
              <a:rPr lang="en-US" dirty="0"/>
              <a:t>Whaling – Targeting high-level executives</a:t>
            </a:r>
            <a:endParaRPr lang="en-IN" dirty="0"/>
          </a:p>
          <a:p>
            <a:pPr lvl="0"/>
            <a:r>
              <a:rPr lang="en-US" dirty="0" err="1"/>
              <a:t>Smishing</a:t>
            </a:r>
            <a:r>
              <a:rPr lang="en-US" dirty="0"/>
              <a:t> – SMS based phishing</a:t>
            </a:r>
            <a:endParaRPr lang="en-IN" dirty="0"/>
          </a:p>
          <a:p>
            <a:pPr lvl="0"/>
            <a:r>
              <a:rPr lang="en-US" dirty="0"/>
              <a:t>Vishing – Phone call scams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02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recognize phishing </a:t>
            </a:r>
            <a:r>
              <a:rPr lang="en-US" dirty="0" smtClean="0"/>
              <a:t>Emails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 for these warnings signs:</a:t>
            </a:r>
            <a:endParaRPr lang="en-IN" dirty="0"/>
          </a:p>
          <a:p>
            <a:pPr lvl="0"/>
            <a:r>
              <a:rPr lang="en-US" dirty="0"/>
              <a:t>Suspicious sender Email (e.g., </a:t>
            </a:r>
            <a:r>
              <a:rPr lang="en-US" u="sng" dirty="0">
                <a:hlinkClick r:id="rId2"/>
              </a:rPr>
              <a:t>support@amazone.com</a:t>
            </a:r>
            <a:r>
              <a:rPr lang="en-US" dirty="0"/>
              <a:t>)</a:t>
            </a:r>
            <a:endParaRPr lang="en-IN" dirty="0"/>
          </a:p>
          <a:p>
            <a:pPr lvl="0"/>
            <a:r>
              <a:rPr lang="en-US" dirty="0"/>
              <a:t>Urgent or Threatening language</a:t>
            </a:r>
            <a:endParaRPr lang="en-IN" dirty="0"/>
          </a:p>
          <a:p>
            <a:pPr lvl="0"/>
            <a:r>
              <a:rPr lang="en-US" dirty="0"/>
              <a:t>Spelling and Grammar mistakes</a:t>
            </a:r>
            <a:endParaRPr lang="en-IN" dirty="0"/>
          </a:p>
          <a:p>
            <a:pPr lvl="0"/>
            <a:r>
              <a:rPr lang="en-US" dirty="0"/>
              <a:t>Unknown attachments</a:t>
            </a:r>
            <a:endParaRPr lang="en-IN" dirty="0"/>
          </a:p>
          <a:p>
            <a:pPr lvl="0"/>
            <a:r>
              <a:rPr lang="en-US" dirty="0"/>
              <a:t>Fake links</a:t>
            </a:r>
            <a:endParaRPr lang="en-IN" dirty="0"/>
          </a:p>
          <a:p>
            <a:pPr lvl="0"/>
            <a:r>
              <a:rPr lang="en-US" dirty="0"/>
              <a:t>Example:</a:t>
            </a:r>
            <a:endParaRPr lang="en-IN" dirty="0"/>
          </a:p>
          <a:p>
            <a:pPr marL="0" lvl="0" indent="0">
              <a:buNone/>
            </a:pPr>
            <a:r>
              <a:rPr lang="en-US" dirty="0" smtClean="0"/>
              <a:t>        “</a:t>
            </a:r>
            <a:r>
              <a:rPr lang="en-US" dirty="0"/>
              <a:t>Your account will be blocked! Click here immediately</a:t>
            </a:r>
            <a:r>
              <a:rPr lang="en-US" dirty="0" smtClean="0"/>
              <a:t>!”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150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Fake websites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Check URL carefully ( HTTP doesn’t always mean safe)</a:t>
            </a:r>
            <a:endParaRPr lang="en-IN" dirty="0"/>
          </a:p>
          <a:p>
            <a:pPr lvl="0"/>
            <a:r>
              <a:rPr lang="en-US" dirty="0"/>
              <a:t>Avoid entering personal data on unknown </a:t>
            </a:r>
            <a:r>
              <a:rPr lang="en-US" dirty="0" smtClean="0"/>
              <a:t>sites</a:t>
            </a:r>
          </a:p>
          <a:p>
            <a:pPr lvl="0"/>
            <a:r>
              <a:rPr lang="en-US" dirty="0" smtClean="0"/>
              <a:t>Look for:</a:t>
            </a:r>
          </a:p>
          <a:p>
            <a:pPr algn="ctr"/>
            <a:r>
              <a:rPr lang="en-US" dirty="0"/>
              <a:t>M</a:t>
            </a:r>
            <a:r>
              <a:rPr lang="en-US" dirty="0" smtClean="0"/>
              <a:t>isspelled domain names(e.g., faceb00k.com)</a:t>
            </a:r>
          </a:p>
          <a:p>
            <a:pPr algn="ctr"/>
            <a:r>
              <a:rPr lang="en-US" dirty="0" smtClean="0"/>
              <a:t>Poor design or broken layout </a:t>
            </a:r>
          </a:p>
          <a:p>
            <a:pPr algn="ctr"/>
            <a:r>
              <a:rPr lang="en-US" dirty="0" smtClean="0"/>
              <a:t>No contact </a:t>
            </a:r>
            <a:r>
              <a:rPr lang="en-US" dirty="0" err="1" smtClean="0"/>
              <a:t>informaation</a:t>
            </a:r>
            <a:endParaRPr lang="en-US" dirty="0" smtClean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364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 Tactics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Attackers manipulate human behavior:</a:t>
            </a:r>
            <a:endParaRPr lang="en-IN" dirty="0"/>
          </a:p>
          <a:p>
            <a:pPr lvl="0"/>
            <a:r>
              <a:rPr lang="en-US" dirty="0"/>
              <a:t>Urgency: “Act now or loose access!”</a:t>
            </a:r>
            <a:endParaRPr lang="en-IN" dirty="0"/>
          </a:p>
          <a:p>
            <a:pPr lvl="0"/>
            <a:r>
              <a:rPr lang="en-US" dirty="0"/>
              <a:t>Fear: “Your account is Hacked!”</a:t>
            </a:r>
            <a:endParaRPr lang="en-IN" dirty="0"/>
          </a:p>
          <a:p>
            <a:pPr lvl="0"/>
            <a:r>
              <a:rPr lang="en-US" dirty="0"/>
              <a:t>Greed: “you won a prize!”</a:t>
            </a:r>
            <a:endParaRPr lang="en-IN" dirty="0"/>
          </a:p>
          <a:p>
            <a:pPr lvl="0"/>
            <a:r>
              <a:rPr lang="en-US" dirty="0"/>
              <a:t>Authority: Pretending to be bank/ government</a:t>
            </a:r>
            <a:endParaRPr lang="en-IN" dirty="0"/>
          </a:p>
          <a:p>
            <a:pPr lvl="0"/>
            <a:r>
              <a:rPr lang="en-US" dirty="0"/>
              <a:t>Trust: Impersonating friends or coworkers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746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Bank Email scams:</a:t>
            </a:r>
            <a:endParaRPr lang="en-IN" dirty="0"/>
          </a:p>
          <a:p>
            <a:pPr lvl="0" algn="ctr"/>
            <a:r>
              <a:rPr lang="en-US" dirty="0"/>
              <a:t>Fake bank Email asking to verify account</a:t>
            </a:r>
            <a:endParaRPr lang="en-IN" dirty="0"/>
          </a:p>
          <a:p>
            <a:pPr lvl="0"/>
            <a:r>
              <a:rPr lang="en-US" dirty="0"/>
              <a:t>Job offer scams</a:t>
            </a:r>
            <a:endParaRPr lang="en-IN" dirty="0"/>
          </a:p>
          <a:p>
            <a:pPr lvl="0" algn="ctr"/>
            <a:r>
              <a:rPr lang="en-US" dirty="0"/>
              <a:t>Fake HR asks for personal details</a:t>
            </a:r>
            <a:endParaRPr lang="en-IN" dirty="0"/>
          </a:p>
          <a:p>
            <a:pPr lvl="0"/>
            <a:r>
              <a:rPr lang="en-US" dirty="0"/>
              <a:t>OTP scams</a:t>
            </a:r>
            <a:endParaRPr lang="en-IN" dirty="0"/>
          </a:p>
          <a:p>
            <a:pPr lvl="0" algn="ctr"/>
            <a:r>
              <a:rPr lang="en-US" dirty="0"/>
              <a:t>Caller pretending to be bank support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485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practices to stay safe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Never click suspicious links</a:t>
            </a:r>
          </a:p>
          <a:p>
            <a:r>
              <a:rPr lang="en-US" dirty="0" smtClean="0"/>
              <a:t>Verify sender before responding</a:t>
            </a:r>
          </a:p>
          <a:p>
            <a:r>
              <a:rPr lang="en-US" dirty="0" smtClean="0"/>
              <a:t>Use strong passwords</a:t>
            </a:r>
          </a:p>
          <a:p>
            <a:r>
              <a:rPr lang="en-US" dirty="0" smtClean="0"/>
              <a:t>Enable 2- Factor Authentication(2FA)</a:t>
            </a:r>
          </a:p>
          <a:p>
            <a:r>
              <a:rPr lang="en-US" dirty="0" smtClean="0"/>
              <a:t>Do not share OTPs or passwords</a:t>
            </a:r>
          </a:p>
          <a:p>
            <a:r>
              <a:rPr lang="en-US" dirty="0" smtClean="0"/>
              <a:t>Keep software updated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71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to do if you suspect phishing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not click any links</a:t>
            </a:r>
          </a:p>
          <a:p>
            <a:r>
              <a:rPr lang="en-US" dirty="0" smtClean="0"/>
              <a:t>Do not download attachments</a:t>
            </a:r>
          </a:p>
          <a:p>
            <a:r>
              <a:rPr lang="en-US" dirty="0" smtClean="0"/>
              <a:t>Report to:</a:t>
            </a:r>
          </a:p>
          <a:p>
            <a:pPr marL="0" indent="0">
              <a:buNone/>
            </a:pPr>
            <a:r>
              <a:rPr lang="en-US" dirty="0" smtClean="0"/>
              <a:t>               IT department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Email provider</a:t>
            </a:r>
          </a:p>
          <a:p>
            <a:r>
              <a:rPr lang="en-US" dirty="0" smtClean="0"/>
              <a:t>Delete the Email immediately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75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safety checklist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Ask yourself:</a:t>
            </a:r>
            <a:endParaRPr lang="en-IN" dirty="0"/>
          </a:p>
          <a:p>
            <a:r>
              <a:rPr lang="en-US" dirty="0" smtClean="0"/>
              <a:t>Is the sender genuine?</a:t>
            </a:r>
          </a:p>
          <a:p>
            <a:r>
              <a:rPr lang="en-US" dirty="0" smtClean="0"/>
              <a:t>Is the message urgent or threatening?</a:t>
            </a:r>
          </a:p>
          <a:p>
            <a:r>
              <a:rPr lang="en-US" dirty="0" smtClean="0"/>
              <a:t>Does the link look suspicious?</a:t>
            </a:r>
          </a:p>
          <a:p>
            <a:r>
              <a:rPr lang="en-US" dirty="0" smtClean="0"/>
              <a:t>Am I being asked for sensitive information?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</a:t>
            </a:r>
            <a:r>
              <a:rPr lang="en-US" dirty="0" smtClean="0"/>
              <a:t>f YES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It may be phishing!</a:t>
            </a:r>
            <a:endParaRPr lang="en-IN" dirty="0"/>
          </a:p>
        </p:txBody>
      </p:sp>
      <p:sp>
        <p:nvSpPr>
          <p:cNvPr id="4" name="Right Arrow 3"/>
          <p:cNvSpPr/>
          <p:nvPr/>
        </p:nvSpPr>
        <p:spPr>
          <a:xfrm>
            <a:off x="2168435" y="4572001"/>
            <a:ext cx="398416" cy="849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004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2959"/>
          </a:xfrm>
        </p:spPr>
        <p:txBody>
          <a:bodyPr/>
          <a:lstStyle/>
          <a:p>
            <a:r>
              <a:rPr lang="en-US" dirty="0" smtClean="0"/>
              <a:t>Interactive quiz section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1966"/>
            <a:ext cx="10515600" cy="5826034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smtClean="0"/>
              <a:t>Quiz 1: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Question: you receive an email saying “Update your bank details immediately.” what should you do?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Click the link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Ignore and verify with bank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Reply with details</a:t>
            </a:r>
          </a:p>
          <a:p>
            <a:r>
              <a:rPr lang="en-US" b="1" dirty="0" smtClean="0"/>
              <a:t>Quiz 2:</a:t>
            </a:r>
          </a:p>
          <a:p>
            <a:pPr marL="0" indent="0">
              <a:buNone/>
            </a:pPr>
            <a:r>
              <a:rPr lang="en-US" dirty="0" smtClean="0"/>
              <a:t> Question: Which is a phishing sign?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Proper grammar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Urgent request for personal information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Official email domain</a:t>
            </a:r>
            <a:endParaRPr lang="en-US" dirty="0"/>
          </a:p>
          <a:p>
            <a:r>
              <a:rPr lang="en-US" b="1" dirty="0" smtClean="0"/>
              <a:t>Quiz 3: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Question: What is </a:t>
            </a:r>
            <a:r>
              <a:rPr lang="en-US" dirty="0" err="1" smtClean="0"/>
              <a:t>Smishing</a:t>
            </a:r>
            <a:r>
              <a:rPr lang="en-US" dirty="0" smtClean="0"/>
              <a:t>?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Email scam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SMS phishing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Phone call scam</a:t>
            </a:r>
          </a:p>
          <a:p>
            <a:r>
              <a:rPr lang="en-US" b="1" dirty="0" smtClean="0"/>
              <a:t>Quiz 4: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Question : What should you check before clicking a link?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Color of text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URL Authenticity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Font size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Left Arrow 4"/>
          <p:cNvSpPr/>
          <p:nvPr/>
        </p:nvSpPr>
        <p:spPr>
          <a:xfrm>
            <a:off x="3618411" y="1952898"/>
            <a:ext cx="326572" cy="15022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Left Arrow 8"/>
          <p:cNvSpPr/>
          <p:nvPr/>
        </p:nvSpPr>
        <p:spPr>
          <a:xfrm>
            <a:off x="4659085" y="3359332"/>
            <a:ext cx="326572" cy="15022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Left Arrow 9"/>
          <p:cNvSpPr/>
          <p:nvPr/>
        </p:nvSpPr>
        <p:spPr>
          <a:xfrm>
            <a:off x="2551611" y="4804955"/>
            <a:ext cx="326572" cy="15022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Left Arrow 10"/>
          <p:cNvSpPr/>
          <p:nvPr/>
        </p:nvSpPr>
        <p:spPr>
          <a:xfrm>
            <a:off x="2878183" y="6250578"/>
            <a:ext cx="326572" cy="15022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80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437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Phishing Awareness Training</vt:lpstr>
      <vt:lpstr>What is phishing?</vt:lpstr>
      <vt:lpstr>Types of Phishing Attacks</vt:lpstr>
      <vt:lpstr>How to recognize phishing Emails</vt:lpstr>
      <vt:lpstr>How to identify Fake websites</vt:lpstr>
      <vt:lpstr>Social Engineering Tactics</vt:lpstr>
      <vt:lpstr>Real-world Examples</vt:lpstr>
      <vt:lpstr>Best practices to stay safe</vt:lpstr>
      <vt:lpstr>What to do if you suspect phishing</vt:lpstr>
      <vt:lpstr>Quick safety checklist</vt:lpstr>
      <vt:lpstr>Interactive quiz section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 Module</dc:title>
  <dc:creator>ADMIN</dc:creator>
  <cp:lastModifiedBy>ADMIN</cp:lastModifiedBy>
  <cp:revision>10</cp:revision>
  <dcterms:created xsi:type="dcterms:W3CDTF">2026-04-06T15:35:36Z</dcterms:created>
  <dcterms:modified xsi:type="dcterms:W3CDTF">2026-04-06T16:51:27Z</dcterms:modified>
</cp:coreProperties>
</file>